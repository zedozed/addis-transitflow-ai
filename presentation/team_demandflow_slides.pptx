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1 · Problem &amp; the three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Forecast hourly trips for 12 Addis Ababa zones, 1–14 Nov 2025 (4,032 zone-hours).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ride_demand_train.csv — 85,460 hourly zone records (1 Jan – 31 Oct 2025) + 4,032-row test set.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weather_hourly.csv — 7,538 hourly citywide readings (history + 1–14 Nov forecasts).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events_calendar.csv — 165 event intervals (holidays, football, concerts, closures…).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Rules: chronological validation only (train ≤ 17 Oct, validate 18–31 Oct).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Only forecast-time features: active_drivers / avg_wait_min / avg_fare_birr are excluded.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2 · Cleaning, clock harmonisation &amp; join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Zone labels: many raw spellings collapsed to 12 canonical zones (fig06).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Mixed weather clock: ISO 'Z' rows are UTC, DD/MM/YYYY rows are local.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Proof: 659 of 732 local rows coincide with a Z-row shifted +3 h; temp peaks 15:00 EAT.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Join map: weather many-to-one (84,614 → 84,614 rows, 0 unmatched); events interval join.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Event window [start−2 h, end+2 h] per zone; 6 non-confirmed events excluded.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12 automated integrity checks PASS; 23 issues logged in the cleaning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3 · What the data says (two findings)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Rain raises demand with diminishing returns: ×1.61 light, ×1.88 moderate, ×2.11 heavy vs dry (fig07).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Football matches dominate: +73.7% before, +52.3% during, +47.8% in the 2 h after (fig08).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Event ranking: football +54.8%, concert +35.4%, conference +12.5%, holiday −14.1%.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Demand grows +52.2% city-wide from January to October → November needs a trend.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4 · Modeling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Search: 13-model × 2-encoder × 3-scaler grid (78 configs) + CatBoost native.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Baselines: mean RMSE 27.54; seasonal-naive RMSE 11.30 (R² 0.825).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Winner: CatBoost + MLP blend — RMSE 8.35 / R² 0.904 (legacy robust columns identical: 8.35 / 0.904).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Ablation R²: trend 0.872 → weather 0.882 → events 0.896 → events 0.904.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Rolling-origin (4 folds): RMSE 8.93 ± 0.66; beats the naive baseline on every fold.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2B2"/>
                </a:solidFill>
              </a:defRPr>
            </a:pPr>
            <a:r>
              <a:t>5 · Error analysis, score, demo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Targets repaired: a ×8 export scaling on 125 rows is corrected in cleaning (see A1).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Held-out fit over every row: R² 0.904 (≥ 0.85), RMSE 8.35.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D9: a typical zone-hour is missed by ~5.7 trips (~20% of the mean).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Demo (E): streamlit run app/app.py — zone + date → 24-h curve, drivers, fares.</a:t>
            </a:r>
          </a:p>
          <a:p>
            <a:pPr>
              <a:spcAft>
                <a:spcPts val="600"/>
              </a:spcAft>
              <a:defRPr sz="1700">
                <a:solidFill>
                  <a:srgbClr val="0B2B4A"/>
                </a:solidFill>
              </a:defRPr>
            </a:pPr>
            <a:r>
              <a:t>Next: quantile prediction intervals; a road-traffic feed for the evening 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